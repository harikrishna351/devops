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7E64F36-4BB2-474B-A6A9-4EFE03DA745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4E5E3E1F-EE40-4D51-AB04-2839B897C84A}">
      <dgm:prSet/>
      <dgm:spPr/>
      <dgm:t>
        <a:bodyPr/>
        <a:lstStyle/>
        <a:p>
          <a:r>
            <a:rPr lang="en-US" b="1" dirty="0"/>
            <a:t>Simplified Process</a:t>
          </a:r>
          <a:endParaRPr lang="en-US" dirty="0"/>
        </a:p>
      </dgm:t>
    </dgm:pt>
    <dgm:pt modelId="{C7470637-56FB-4222-9913-CC6F3EE813A6}" type="parTrans" cxnId="{A06CD8BE-DD90-4B70-9132-076BAB7EDDF0}">
      <dgm:prSet/>
      <dgm:spPr/>
      <dgm:t>
        <a:bodyPr/>
        <a:lstStyle/>
        <a:p>
          <a:endParaRPr lang="en-US"/>
        </a:p>
      </dgm:t>
    </dgm:pt>
    <dgm:pt modelId="{40E8337C-04B6-4DE7-9EC6-D734FE09AE15}" type="sibTrans" cxnId="{A06CD8BE-DD90-4B70-9132-076BAB7EDDF0}">
      <dgm:prSet/>
      <dgm:spPr/>
      <dgm:t>
        <a:bodyPr/>
        <a:lstStyle/>
        <a:p>
          <a:endParaRPr lang="en-US"/>
        </a:p>
      </dgm:t>
    </dgm:pt>
    <dgm:pt modelId="{524FF817-0D60-4CB2-AE7A-C14D92054F25}">
      <dgm:prSet/>
      <dgm:spPr/>
      <dgm:t>
        <a:bodyPr/>
        <a:lstStyle/>
        <a:p>
          <a:r>
            <a:rPr lang="en-US" dirty="0"/>
            <a:t>Integrates notification directly into the build lifecycle.</a:t>
          </a:r>
        </a:p>
      </dgm:t>
    </dgm:pt>
    <dgm:pt modelId="{1851E72D-8672-48C8-8FB7-E328AE7A662D}" type="parTrans" cxnId="{DBD46452-C289-4ED9-8296-37256429547A}">
      <dgm:prSet/>
      <dgm:spPr/>
      <dgm:t>
        <a:bodyPr/>
        <a:lstStyle/>
        <a:p>
          <a:endParaRPr lang="en-US"/>
        </a:p>
      </dgm:t>
    </dgm:pt>
    <dgm:pt modelId="{00509045-EE03-4882-BE29-E8EADA14DE9D}" type="sibTrans" cxnId="{DBD46452-C289-4ED9-8296-37256429547A}">
      <dgm:prSet/>
      <dgm:spPr/>
      <dgm:t>
        <a:bodyPr/>
        <a:lstStyle/>
        <a:p>
          <a:endParaRPr lang="en-US"/>
        </a:p>
      </dgm:t>
    </dgm:pt>
    <dgm:pt modelId="{09A5149A-3172-4AA0-B62E-66F0093F35F5}">
      <dgm:prSet/>
      <dgm:spPr/>
      <dgm:t>
        <a:bodyPr/>
        <a:lstStyle/>
        <a:p>
          <a:r>
            <a:rPr lang="en-US" b="1" dirty="0"/>
            <a:t>Reduced Complexity</a:t>
          </a:r>
          <a:r>
            <a:rPr lang="en-US" dirty="0"/>
            <a:t>: Eliminates need for additional AWS services (like Lambda).</a:t>
          </a:r>
        </a:p>
      </dgm:t>
    </dgm:pt>
    <dgm:pt modelId="{9089229F-3E3A-4CA6-A72C-5A03C7D136F2}" type="parTrans" cxnId="{F400C1A4-43D6-4ECE-8D20-0E55ABBDF800}">
      <dgm:prSet/>
      <dgm:spPr/>
      <dgm:t>
        <a:bodyPr/>
        <a:lstStyle/>
        <a:p>
          <a:endParaRPr lang="en-US"/>
        </a:p>
      </dgm:t>
    </dgm:pt>
    <dgm:pt modelId="{435C9D9C-D541-49FA-A267-52BC26336064}" type="sibTrans" cxnId="{F400C1A4-43D6-4ECE-8D20-0E55ABBDF800}">
      <dgm:prSet/>
      <dgm:spPr/>
      <dgm:t>
        <a:bodyPr/>
        <a:lstStyle/>
        <a:p>
          <a:endParaRPr lang="en-US"/>
        </a:p>
      </dgm:t>
    </dgm:pt>
    <dgm:pt modelId="{09C75637-80B3-4AD1-8BB1-A27AE63A990D}">
      <dgm:prSet/>
      <dgm:spPr/>
      <dgm:t>
        <a:bodyPr/>
        <a:lstStyle/>
        <a:p>
          <a:r>
            <a:rPr lang="en-US" b="1" dirty="0"/>
            <a:t>Real-time Updates</a:t>
          </a:r>
          <a:r>
            <a:rPr lang="en-US" dirty="0"/>
            <a:t>: Immediate notifications inform stakeholders about build states.</a:t>
          </a:r>
        </a:p>
      </dgm:t>
    </dgm:pt>
    <dgm:pt modelId="{AFB989D5-7CA7-4550-9400-492E75B91A29}" type="parTrans" cxnId="{B0A41BBC-05E0-482C-85BA-5D7ABC0A1162}">
      <dgm:prSet/>
      <dgm:spPr/>
      <dgm:t>
        <a:bodyPr/>
        <a:lstStyle/>
        <a:p>
          <a:endParaRPr lang="en-US"/>
        </a:p>
      </dgm:t>
    </dgm:pt>
    <dgm:pt modelId="{6BA53E6F-5B28-4700-801F-5B9873E83F8C}" type="sibTrans" cxnId="{B0A41BBC-05E0-482C-85BA-5D7ABC0A1162}">
      <dgm:prSet/>
      <dgm:spPr/>
      <dgm:t>
        <a:bodyPr/>
        <a:lstStyle/>
        <a:p>
          <a:endParaRPr lang="en-US"/>
        </a:p>
      </dgm:t>
    </dgm:pt>
    <dgm:pt modelId="{C1799100-3E59-4664-B6CF-4603D407A9B5}" type="pres">
      <dgm:prSet presAssocID="{97E64F36-4BB2-474B-A6A9-4EFE03DA7457}" presName="root" presStyleCnt="0">
        <dgm:presLayoutVars>
          <dgm:dir/>
          <dgm:resizeHandles val="exact"/>
        </dgm:presLayoutVars>
      </dgm:prSet>
      <dgm:spPr/>
    </dgm:pt>
    <dgm:pt modelId="{BBE08E61-2588-4603-9741-231E126F6B95}" type="pres">
      <dgm:prSet presAssocID="{4E5E3E1F-EE40-4D51-AB04-2839B897C84A}" presName="compNode" presStyleCnt="0"/>
      <dgm:spPr/>
    </dgm:pt>
    <dgm:pt modelId="{824321FD-85B2-47C2-9DB2-63F2B238C7BE}" type="pres">
      <dgm:prSet presAssocID="{4E5E3E1F-EE40-4D51-AB04-2839B897C84A}" presName="bgRect" presStyleLbl="bgShp" presStyleIdx="0" presStyleCnt="4"/>
      <dgm:spPr/>
    </dgm:pt>
    <dgm:pt modelId="{809BFA50-EBAE-41B3-9D08-77A9765BCD0F}" type="pres">
      <dgm:prSet presAssocID="{4E5E3E1F-EE40-4D51-AB04-2839B897C84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99D39AB4-32D6-4CAB-96D1-D4A741E23400}" type="pres">
      <dgm:prSet presAssocID="{4E5E3E1F-EE40-4D51-AB04-2839B897C84A}" presName="spaceRect" presStyleCnt="0"/>
      <dgm:spPr/>
    </dgm:pt>
    <dgm:pt modelId="{67A41A21-9248-4A55-88BD-D02CA3D373D8}" type="pres">
      <dgm:prSet presAssocID="{4E5E3E1F-EE40-4D51-AB04-2839B897C84A}" presName="parTx" presStyleLbl="revTx" presStyleIdx="0" presStyleCnt="4">
        <dgm:presLayoutVars>
          <dgm:chMax val="0"/>
          <dgm:chPref val="0"/>
        </dgm:presLayoutVars>
      </dgm:prSet>
      <dgm:spPr/>
    </dgm:pt>
    <dgm:pt modelId="{15E315AD-7F36-46C8-832E-32A640943DBA}" type="pres">
      <dgm:prSet presAssocID="{40E8337C-04B6-4DE7-9EC6-D734FE09AE15}" presName="sibTrans" presStyleCnt="0"/>
      <dgm:spPr/>
    </dgm:pt>
    <dgm:pt modelId="{34070E4A-19AD-4B66-BC49-0C5BF923EBF8}" type="pres">
      <dgm:prSet presAssocID="{524FF817-0D60-4CB2-AE7A-C14D92054F25}" presName="compNode" presStyleCnt="0"/>
      <dgm:spPr/>
    </dgm:pt>
    <dgm:pt modelId="{D76F62EB-B4B9-4751-9E56-ECDED2F42469}" type="pres">
      <dgm:prSet presAssocID="{524FF817-0D60-4CB2-AE7A-C14D92054F25}" presName="bgRect" presStyleLbl="bgShp" presStyleIdx="1" presStyleCnt="4"/>
      <dgm:spPr/>
    </dgm:pt>
    <dgm:pt modelId="{CC491327-E0F5-4B0D-B8A5-E783B0C70EFD}" type="pres">
      <dgm:prSet presAssocID="{524FF817-0D60-4CB2-AE7A-C14D92054F2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8F025A2E-7C66-43BE-9806-EE2C0E48932E}" type="pres">
      <dgm:prSet presAssocID="{524FF817-0D60-4CB2-AE7A-C14D92054F25}" presName="spaceRect" presStyleCnt="0"/>
      <dgm:spPr/>
    </dgm:pt>
    <dgm:pt modelId="{080D74B0-5981-4465-9D7C-9060AE6809B1}" type="pres">
      <dgm:prSet presAssocID="{524FF817-0D60-4CB2-AE7A-C14D92054F25}" presName="parTx" presStyleLbl="revTx" presStyleIdx="1" presStyleCnt="4">
        <dgm:presLayoutVars>
          <dgm:chMax val="0"/>
          <dgm:chPref val="0"/>
        </dgm:presLayoutVars>
      </dgm:prSet>
      <dgm:spPr/>
    </dgm:pt>
    <dgm:pt modelId="{B5266E61-0ACD-4FB5-B5FA-6735F717DA3F}" type="pres">
      <dgm:prSet presAssocID="{00509045-EE03-4882-BE29-E8EADA14DE9D}" presName="sibTrans" presStyleCnt="0"/>
      <dgm:spPr/>
    </dgm:pt>
    <dgm:pt modelId="{2C2E8071-6123-4CBE-849A-FBF0CA2A263B}" type="pres">
      <dgm:prSet presAssocID="{09A5149A-3172-4AA0-B62E-66F0093F35F5}" presName="compNode" presStyleCnt="0"/>
      <dgm:spPr/>
    </dgm:pt>
    <dgm:pt modelId="{5D9AF355-0763-499B-B1C3-607D7AE49107}" type="pres">
      <dgm:prSet presAssocID="{09A5149A-3172-4AA0-B62E-66F0093F35F5}" presName="bgRect" presStyleLbl="bgShp" presStyleIdx="2" presStyleCnt="4"/>
      <dgm:spPr/>
    </dgm:pt>
    <dgm:pt modelId="{BC0C0305-4504-488F-B37F-AE649A3B2A1D}" type="pres">
      <dgm:prSet presAssocID="{09A5149A-3172-4AA0-B62E-66F0093F35F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6CCA4C9D-C2B2-4EA7-820C-B0481B645CAA}" type="pres">
      <dgm:prSet presAssocID="{09A5149A-3172-4AA0-B62E-66F0093F35F5}" presName="spaceRect" presStyleCnt="0"/>
      <dgm:spPr/>
    </dgm:pt>
    <dgm:pt modelId="{77780FB1-B939-4AF8-A437-B9BD8520FD18}" type="pres">
      <dgm:prSet presAssocID="{09A5149A-3172-4AA0-B62E-66F0093F35F5}" presName="parTx" presStyleLbl="revTx" presStyleIdx="2" presStyleCnt="4">
        <dgm:presLayoutVars>
          <dgm:chMax val="0"/>
          <dgm:chPref val="0"/>
        </dgm:presLayoutVars>
      </dgm:prSet>
      <dgm:spPr/>
    </dgm:pt>
    <dgm:pt modelId="{82C6C61F-BC95-438E-9C5B-FC581EC4FF9E}" type="pres">
      <dgm:prSet presAssocID="{435C9D9C-D541-49FA-A267-52BC26336064}" presName="sibTrans" presStyleCnt="0"/>
      <dgm:spPr/>
    </dgm:pt>
    <dgm:pt modelId="{433036A7-7CAF-4A5B-831D-44972E39A247}" type="pres">
      <dgm:prSet presAssocID="{09C75637-80B3-4AD1-8BB1-A27AE63A990D}" presName="compNode" presStyleCnt="0"/>
      <dgm:spPr/>
    </dgm:pt>
    <dgm:pt modelId="{F992842D-85B1-4E4C-B05B-1C8A5E0F6224}" type="pres">
      <dgm:prSet presAssocID="{09C75637-80B3-4AD1-8BB1-A27AE63A990D}" presName="bgRect" presStyleLbl="bgShp" presStyleIdx="3" presStyleCnt="4"/>
      <dgm:spPr/>
    </dgm:pt>
    <dgm:pt modelId="{06A3E0EB-B3E1-4C90-8A72-FD8D33086A07}" type="pres">
      <dgm:prSet presAssocID="{09C75637-80B3-4AD1-8BB1-A27AE63A990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gaphone"/>
        </a:ext>
      </dgm:extLst>
    </dgm:pt>
    <dgm:pt modelId="{4844A9DE-D150-4A2B-A7BF-D878E035B5AE}" type="pres">
      <dgm:prSet presAssocID="{09C75637-80B3-4AD1-8BB1-A27AE63A990D}" presName="spaceRect" presStyleCnt="0"/>
      <dgm:spPr/>
    </dgm:pt>
    <dgm:pt modelId="{638D9940-E8ED-4E80-A7EF-F5A64F62C3A5}" type="pres">
      <dgm:prSet presAssocID="{09C75637-80B3-4AD1-8BB1-A27AE63A990D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3BE30A49-4C6A-451F-A44B-32357EB73C3B}" type="presOf" srcId="{09A5149A-3172-4AA0-B62E-66F0093F35F5}" destId="{77780FB1-B939-4AF8-A437-B9BD8520FD18}" srcOrd="0" destOrd="0" presId="urn:microsoft.com/office/officeart/2018/2/layout/IconVerticalSolidList"/>
    <dgm:cxn modelId="{DBD46452-C289-4ED9-8296-37256429547A}" srcId="{97E64F36-4BB2-474B-A6A9-4EFE03DA7457}" destId="{524FF817-0D60-4CB2-AE7A-C14D92054F25}" srcOrd="1" destOrd="0" parTransId="{1851E72D-8672-48C8-8FB7-E328AE7A662D}" sibTransId="{00509045-EE03-4882-BE29-E8EADA14DE9D}"/>
    <dgm:cxn modelId="{41E5367C-E048-45A4-8496-BDFAC85FF130}" type="presOf" srcId="{4E5E3E1F-EE40-4D51-AB04-2839B897C84A}" destId="{67A41A21-9248-4A55-88BD-D02CA3D373D8}" srcOrd="0" destOrd="0" presId="urn:microsoft.com/office/officeart/2018/2/layout/IconVerticalSolidList"/>
    <dgm:cxn modelId="{6D106188-5C69-435A-A032-CE79A26C3D30}" type="presOf" srcId="{524FF817-0D60-4CB2-AE7A-C14D92054F25}" destId="{080D74B0-5981-4465-9D7C-9060AE6809B1}" srcOrd="0" destOrd="0" presId="urn:microsoft.com/office/officeart/2018/2/layout/IconVerticalSolidList"/>
    <dgm:cxn modelId="{F400C1A4-43D6-4ECE-8D20-0E55ABBDF800}" srcId="{97E64F36-4BB2-474B-A6A9-4EFE03DA7457}" destId="{09A5149A-3172-4AA0-B62E-66F0093F35F5}" srcOrd="2" destOrd="0" parTransId="{9089229F-3E3A-4CA6-A72C-5A03C7D136F2}" sibTransId="{435C9D9C-D541-49FA-A267-52BC26336064}"/>
    <dgm:cxn modelId="{705C01BB-DA0F-4BCB-B3BF-BBF2D850E193}" type="presOf" srcId="{97E64F36-4BB2-474B-A6A9-4EFE03DA7457}" destId="{C1799100-3E59-4664-B6CF-4603D407A9B5}" srcOrd="0" destOrd="0" presId="urn:microsoft.com/office/officeart/2018/2/layout/IconVerticalSolidList"/>
    <dgm:cxn modelId="{B0A41BBC-05E0-482C-85BA-5D7ABC0A1162}" srcId="{97E64F36-4BB2-474B-A6A9-4EFE03DA7457}" destId="{09C75637-80B3-4AD1-8BB1-A27AE63A990D}" srcOrd="3" destOrd="0" parTransId="{AFB989D5-7CA7-4550-9400-492E75B91A29}" sibTransId="{6BA53E6F-5B28-4700-801F-5B9873E83F8C}"/>
    <dgm:cxn modelId="{A06CD8BE-DD90-4B70-9132-076BAB7EDDF0}" srcId="{97E64F36-4BB2-474B-A6A9-4EFE03DA7457}" destId="{4E5E3E1F-EE40-4D51-AB04-2839B897C84A}" srcOrd="0" destOrd="0" parTransId="{C7470637-56FB-4222-9913-CC6F3EE813A6}" sibTransId="{40E8337C-04B6-4DE7-9EC6-D734FE09AE15}"/>
    <dgm:cxn modelId="{CF9D03F8-A496-4747-9B83-61EDE1FC2852}" type="presOf" srcId="{09C75637-80B3-4AD1-8BB1-A27AE63A990D}" destId="{638D9940-E8ED-4E80-A7EF-F5A64F62C3A5}" srcOrd="0" destOrd="0" presId="urn:microsoft.com/office/officeart/2018/2/layout/IconVerticalSolidList"/>
    <dgm:cxn modelId="{23BC73CA-BDC5-4F9D-8761-42035AEE31B8}" type="presParOf" srcId="{C1799100-3E59-4664-B6CF-4603D407A9B5}" destId="{BBE08E61-2588-4603-9741-231E126F6B95}" srcOrd="0" destOrd="0" presId="urn:microsoft.com/office/officeart/2018/2/layout/IconVerticalSolidList"/>
    <dgm:cxn modelId="{13DD5EBE-BC88-4935-A50E-35B13BDCE525}" type="presParOf" srcId="{BBE08E61-2588-4603-9741-231E126F6B95}" destId="{824321FD-85B2-47C2-9DB2-63F2B238C7BE}" srcOrd="0" destOrd="0" presId="urn:microsoft.com/office/officeart/2018/2/layout/IconVerticalSolidList"/>
    <dgm:cxn modelId="{1A608AE4-572B-457F-96CF-5C958C736FA0}" type="presParOf" srcId="{BBE08E61-2588-4603-9741-231E126F6B95}" destId="{809BFA50-EBAE-41B3-9D08-77A9765BCD0F}" srcOrd="1" destOrd="0" presId="urn:microsoft.com/office/officeart/2018/2/layout/IconVerticalSolidList"/>
    <dgm:cxn modelId="{830B1513-F099-4C90-8CF9-01246EB9E45C}" type="presParOf" srcId="{BBE08E61-2588-4603-9741-231E126F6B95}" destId="{99D39AB4-32D6-4CAB-96D1-D4A741E23400}" srcOrd="2" destOrd="0" presId="urn:microsoft.com/office/officeart/2018/2/layout/IconVerticalSolidList"/>
    <dgm:cxn modelId="{B58575E3-47F8-4DEA-93D5-08F56A51D4E1}" type="presParOf" srcId="{BBE08E61-2588-4603-9741-231E126F6B95}" destId="{67A41A21-9248-4A55-88BD-D02CA3D373D8}" srcOrd="3" destOrd="0" presId="urn:microsoft.com/office/officeart/2018/2/layout/IconVerticalSolidList"/>
    <dgm:cxn modelId="{38A176A7-687F-4961-89DB-330BAB8A5BD7}" type="presParOf" srcId="{C1799100-3E59-4664-B6CF-4603D407A9B5}" destId="{15E315AD-7F36-46C8-832E-32A640943DBA}" srcOrd="1" destOrd="0" presId="urn:microsoft.com/office/officeart/2018/2/layout/IconVerticalSolidList"/>
    <dgm:cxn modelId="{DB89DD46-D45B-4EEA-B1DB-570A71CBCBB1}" type="presParOf" srcId="{C1799100-3E59-4664-B6CF-4603D407A9B5}" destId="{34070E4A-19AD-4B66-BC49-0C5BF923EBF8}" srcOrd="2" destOrd="0" presId="urn:microsoft.com/office/officeart/2018/2/layout/IconVerticalSolidList"/>
    <dgm:cxn modelId="{C36FFC73-DB81-4F13-8C71-BC939E9543DA}" type="presParOf" srcId="{34070E4A-19AD-4B66-BC49-0C5BF923EBF8}" destId="{D76F62EB-B4B9-4751-9E56-ECDED2F42469}" srcOrd="0" destOrd="0" presId="urn:microsoft.com/office/officeart/2018/2/layout/IconVerticalSolidList"/>
    <dgm:cxn modelId="{EBF4E3FA-C4AB-4CD7-BB8A-7957FF4A2E1E}" type="presParOf" srcId="{34070E4A-19AD-4B66-BC49-0C5BF923EBF8}" destId="{CC491327-E0F5-4B0D-B8A5-E783B0C70EFD}" srcOrd="1" destOrd="0" presId="urn:microsoft.com/office/officeart/2018/2/layout/IconVerticalSolidList"/>
    <dgm:cxn modelId="{37DBB7DB-363C-4BF3-AF19-517FC5491B07}" type="presParOf" srcId="{34070E4A-19AD-4B66-BC49-0C5BF923EBF8}" destId="{8F025A2E-7C66-43BE-9806-EE2C0E48932E}" srcOrd="2" destOrd="0" presId="urn:microsoft.com/office/officeart/2018/2/layout/IconVerticalSolidList"/>
    <dgm:cxn modelId="{46BAC18F-21B2-48EC-B64C-D2C2DC9F6252}" type="presParOf" srcId="{34070E4A-19AD-4B66-BC49-0C5BF923EBF8}" destId="{080D74B0-5981-4465-9D7C-9060AE6809B1}" srcOrd="3" destOrd="0" presId="urn:microsoft.com/office/officeart/2018/2/layout/IconVerticalSolidList"/>
    <dgm:cxn modelId="{2A4C3F40-1A36-43A5-AA0F-07107EFC6E36}" type="presParOf" srcId="{C1799100-3E59-4664-B6CF-4603D407A9B5}" destId="{B5266E61-0ACD-4FB5-B5FA-6735F717DA3F}" srcOrd="3" destOrd="0" presId="urn:microsoft.com/office/officeart/2018/2/layout/IconVerticalSolidList"/>
    <dgm:cxn modelId="{6B76A00C-2380-4E18-81F6-745AD2CEE758}" type="presParOf" srcId="{C1799100-3E59-4664-B6CF-4603D407A9B5}" destId="{2C2E8071-6123-4CBE-849A-FBF0CA2A263B}" srcOrd="4" destOrd="0" presId="urn:microsoft.com/office/officeart/2018/2/layout/IconVerticalSolidList"/>
    <dgm:cxn modelId="{1406A6DB-70BC-4B41-ACE1-6DFDCAFAE486}" type="presParOf" srcId="{2C2E8071-6123-4CBE-849A-FBF0CA2A263B}" destId="{5D9AF355-0763-499B-B1C3-607D7AE49107}" srcOrd="0" destOrd="0" presId="urn:microsoft.com/office/officeart/2018/2/layout/IconVerticalSolidList"/>
    <dgm:cxn modelId="{0D58CDE5-338E-4D61-905F-87F99557D414}" type="presParOf" srcId="{2C2E8071-6123-4CBE-849A-FBF0CA2A263B}" destId="{BC0C0305-4504-488F-B37F-AE649A3B2A1D}" srcOrd="1" destOrd="0" presId="urn:microsoft.com/office/officeart/2018/2/layout/IconVerticalSolidList"/>
    <dgm:cxn modelId="{EFB18968-FC5A-4F7F-9501-234574A4C45A}" type="presParOf" srcId="{2C2E8071-6123-4CBE-849A-FBF0CA2A263B}" destId="{6CCA4C9D-C2B2-4EA7-820C-B0481B645CAA}" srcOrd="2" destOrd="0" presId="urn:microsoft.com/office/officeart/2018/2/layout/IconVerticalSolidList"/>
    <dgm:cxn modelId="{6C70DE8E-2D38-45EC-8DC3-B7EFF1D36354}" type="presParOf" srcId="{2C2E8071-6123-4CBE-849A-FBF0CA2A263B}" destId="{77780FB1-B939-4AF8-A437-B9BD8520FD18}" srcOrd="3" destOrd="0" presId="urn:microsoft.com/office/officeart/2018/2/layout/IconVerticalSolidList"/>
    <dgm:cxn modelId="{1E2A63F6-7476-4A43-9CFB-81F13564C2E5}" type="presParOf" srcId="{C1799100-3E59-4664-B6CF-4603D407A9B5}" destId="{82C6C61F-BC95-438E-9C5B-FC581EC4FF9E}" srcOrd="5" destOrd="0" presId="urn:microsoft.com/office/officeart/2018/2/layout/IconVerticalSolidList"/>
    <dgm:cxn modelId="{813F23EB-84D3-42F3-B8CD-37E39D898C12}" type="presParOf" srcId="{C1799100-3E59-4664-B6CF-4603D407A9B5}" destId="{433036A7-7CAF-4A5B-831D-44972E39A247}" srcOrd="6" destOrd="0" presId="urn:microsoft.com/office/officeart/2018/2/layout/IconVerticalSolidList"/>
    <dgm:cxn modelId="{C17A7A22-27F4-4A56-89FA-F135BF772E27}" type="presParOf" srcId="{433036A7-7CAF-4A5B-831D-44972E39A247}" destId="{F992842D-85B1-4E4C-B05B-1C8A5E0F6224}" srcOrd="0" destOrd="0" presId="urn:microsoft.com/office/officeart/2018/2/layout/IconVerticalSolidList"/>
    <dgm:cxn modelId="{3F760508-50AC-4A8F-9682-C26E98B600CF}" type="presParOf" srcId="{433036A7-7CAF-4A5B-831D-44972E39A247}" destId="{06A3E0EB-B3E1-4C90-8A72-FD8D33086A07}" srcOrd="1" destOrd="0" presId="urn:microsoft.com/office/officeart/2018/2/layout/IconVerticalSolidList"/>
    <dgm:cxn modelId="{762D87E5-2957-49A8-A533-58343D07F4FE}" type="presParOf" srcId="{433036A7-7CAF-4A5B-831D-44972E39A247}" destId="{4844A9DE-D150-4A2B-A7BF-D878E035B5AE}" srcOrd="2" destOrd="0" presId="urn:microsoft.com/office/officeart/2018/2/layout/IconVerticalSolidList"/>
    <dgm:cxn modelId="{BF6C2DB2-C17B-4248-923D-802010BA1240}" type="presParOf" srcId="{433036A7-7CAF-4A5B-831D-44972E39A247}" destId="{638D9940-E8ED-4E80-A7EF-F5A64F62C3A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4321FD-85B2-47C2-9DB2-63F2B238C7BE}">
      <dsp:nvSpPr>
        <dsp:cNvPr id="0" name=""/>
        <dsp:cNvSpPr/>
      </dsp:nvSpPr>
      <dsp:spPr>
        <a:xfrm>
          <a:off x="0" y="2439"/>
          <a:ext cx="6301601" cy="123661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9BFA50-EBAE-41B3-9D08-77A9765BCD0F}">
      <dsp:nvSpPr>
        <dsp:cNvPr id="0" name=""/>
        <dsp:cNvSpPr/>
      </dsp:nvSpPr>
      <dsp:spPr>
        <a:xfrm>
          <a:off x="374076" y="280678"/>
          <a:ext cx="680139" cy="68013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A41A21-9248-4A55-88BD-D02CA3D373D8}">
      <dsp:nvSpPr>
        <dsp:cNvPr id="0" name=""/>
        <dsp:cNvSpPr/>
      </dsp:nvSpPr>
      <dsp:spPr>
        <a:xfrm>
          <a:off x="1428292" y="2439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Simplified Process</a:t>
          </a:r>
          <a:endParaRPr lang="en-US" sz="2200" kern="1200" dirty="0"/>
        </a:p>
      </dsp:txBody>
      <dsp:txXfrm>
        <a:off x="1428292" y="2439"/>
        <a:ext cx="4873308" cy="1236616"/>
      </dsp:txXfrm>
    </dsp:sp>
    <dsp:sp modelId="{D76F62EB-B4B9-4751-9E56-ECDED2F42469}">
      <dsp:nvSpPr>
        <dsp:cNvPr id="0" name=""/>
        <dsp:cNvSpPr/>
      </dsp:nvSpPr>
      <dsp:spPr>
        <a:xfrm>
          <a:off x="0" y="1548210"/>
          <a:ext cx="6301601" cy="123661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491327-E0F5-4B0D-B8A5-E783B0C70EFD}">
      <dsp:nvSpPr>
        <dsp:cNvPr id="0" name=""/>
        <dsp:cNvSpPr/>
      </dsp:nvSpPr>
      <dsp:spPr>
        <a:xfrm>
          <a:off x="374076" y="1826449"/>
          <a:ext cx="680139" cy="68013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0D74B0-5981-4465-9D7C-9060AE6809B1}">
      <dsp:nvSpPr>
        <dsp:cNvPr id="0" name=""/>
        <dsp:cNvSpPr/>
      </dsp:nvSpPr>
      <dsp:spPr>
        <a:xfrm>
          <a:off x="1428292" y="1548210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Integrates notification directly into the build lifecycle.</a:t>
          </a:r>
        </a:p>
      </dsp:txBody>
      <dsp:txXfrm>
        <a:off x="1428292" y="1548210"/>
        <a:ext cx="4873308" cy="1236616"/>
      </dsp:txXfrm>
    </dsp:sp>
    <dsp:sp modelId="{5D9AF355-0763-499B-B1C3-607D7AE49107}">
      <dsp:nvSpPr>
        <dsp:cNvPr id="0" name=""/>
        <dsp:cNvSpPr/>
      </dsp:nvSpPr>
      <dsp:spPr>
        <a:xfrm>
          <a:off x="0" y="3093981"/>
          <a:ext cx="6301601" cy="123661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0C0305-4504-488F-B37F-AE649A3B2A1D}">
      <dsp:nvSpPr>
        <dsp:cNvPr id="0" name=""/>
        <dsp:cNvSpPr/>
      </dsp:nvSpPr>
      <dsp:spPr>
        <a:xfrm>
          <a:off x="374076" y="3372220"/>
          <a:ext cx="680139" cy="68013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780FB1-B939-4AF8-A437-B9BD8520FD18}">
      <dsp:nvSpPr>
        <dsp:cNvPr id="0" name=""/>
        <dsp:cNvSpPr/>
      </dsp:nvSpPr>
      <dsp:spPr>
        <a:xfrm>
          <a:off x="1428292" y="3093981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Reduced Complexity</a:t>
          </a:r>
          <a:r>
            <a:rPr lang="en-US" sz="2200" kern="1200" dirty="0"/>
            <a:t>: Eliminates need for additional AWS services (like Lambda).</a:t>
          </a:r>
        </a:p>
      </dsp:txBody>
      <dsp:txXfrm>
        <a:off x="1428292" y="3093981"/>
        <a:ext cx="4873308" cy="1236616"/>
      </dsp:txXfrm>
    </dsp:sp>
    <dsp:sp modelId="{F992842D-85B1-4E4C-B05B-1C8A5E0F6224}">
      <dsp:nvSpPr>
        <dsp:cNvPr id="0" name=""/>
        <dsp:cNvSpPr/>
      </dsp:nvSpPr>
      <dsp:spPr>
        <a:xfrm>
          <a:off x="0" y="4639752"/>
          <a:ext cx="6301601" cy="1236616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A3E0EB-B3E1-4C90-8A72-FD8D33086A07}">
      <dsp:nvSpPr>
        <dsp:cNvPr id="0" name=""/>
        <dsp:cNvSpPr/>
      </dsp:nvSpPr>
      <dsp:spPr>
        <a:xfrm>
          <a:off x="374076" y="4917991"/>
          <a:ext cx="680139" cy="68013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8D9940-E8ED-4E80-A7EF-F5A64F62C3A5}">
      <dsp:nvSpPr>
        <dsp:cNvPr id="0" name=""/>
        <dsp:cNvSpPr/>
      </dsp:nvSpPr>
      <dsp:spPr>
        <a:xfrm>
          <a:off x="1428292" y="4639752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Real-time Updates</a:t>
          </a:r>
          <a:r>
            <a:rPr lang="en-US" sz="2200" kern="1200" dirty="0"/>
            <a:t>: Immediate notifications inform stakeholders about build states.</a:t>
          </a:r>
        </a:p>
      </dsp:txBody>
      <dsp:txXfrm>
        <a:off x="1428292" y="4639752"/>
        <a:ext cx="4873308" cy="12366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430B1-1BD8-BCF9-1F9D-C24B6C7443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0A10BA-5EBB-E7E4-F262-FF637BB12A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0CFDD2-3DD5-5641-DF80-EACF88C49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27EC4-89C7-4208-96D6-4CA6679A165D}" type="datetimeFigureOut">
              <a:rPr lang="en-IN" smtClean="0"/>
              <a:t>15-01-2025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B8AAE6-2060-CB9D-BB3D-806B02B27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C35595-16DE-501B-A62E-957DB503F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4710-EDFE-41FD-B162-90840C8CF8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220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B28CF-4E5E-E731-852A-9F77C0252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39FF8D-3DA6-6F21-E40F-7CEFB3D7E1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4F3484-FE73-9957-0D60-174546FB9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27EC4-89C7-4208-96D6-4CA6679A165D}" type="datetimeFigureOut">
              <a:rPr lang="en-IN" smtClean="0"/>
              <a:t>15-01-2025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C47A63-9D7A-3418-5AF8-5E38BDA0B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5CB59F-D7E2-4630-08E1-557344CC4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4710-EDFE-41FD-B162-90840C8CF8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8854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67DFC-3B9D-23B7-5CAB-6CF20EB31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8AC930-6BA5-2A3F-2B70-9B006241D2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057459-AC8B-1CEF-95C1-3F3B3F324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27EC4-89C7-4208-96D6-4CA6679A165D}" type="datetimeFigureOut">
              <a:rPr lang="en-IN" smtClean="0"/>
              <a:t>15-01-2025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381D73-82E1-E2F6-58C1-CA1243848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01682B-0640-6BA4-FDB0-C35B75239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4710-EDFE-41FD-B162-90840C8CF8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3488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E03CC-60CD-9F45-69AA-C51072F8B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E81227-A2F3-E59E-4AD3-949CAA6FBC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6D0644-1A0E-D21F-C868-C00BBDDDEE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1FEA43-DB2F-620F-CCCF-399B040BF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27EC4-89C7-4208-96D6-4CA6679A165D}" type="datetimeFigureOut">
              <a:rPr lang="en-IN" smtClean="0"/>
              <a:t>15-01-2025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46CC15-AA52-C7E0-F69E-A48E5E813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2A62A7-64E7-3A85-6F46-A8493C36B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4710-EDFE-41FD-B162-90840C8CF8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6157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BD6FC-0A4B-04FD-7E01-36C9097EB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EEB47F-F1CD-3907-F203-D8DA4408A6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66F0D1-61DE-2904-838E-3B1A33868D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19955D-35B6-4E71-C6BA-9D0820E5AF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3F0BE0-FEE6-C51D-6BE9-3E17BAE397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7D667F-A09A-ED62-C38D-6994BF6A3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27EC4-89C7-4208-96D6-4CA6679A165D}" type="datetimeFigureOut">
              <a:rPr lang="en-IN" smtClean="0"/>
              <a:t>15-01-2025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A0AB20-206D-C44A-76DB-634A7DA85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716EC1-AC8C-2E0C-1A00-6460DC3C3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4710-EDFE-41FD-B162-90840C8CF8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4249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01D64-F6CC-8FF2-1BEE-03DC6F79E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2C7AA2-CC95-224A-F3F8-5C609A452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27EC4-89C7-4208-96D6-4CA6679A165D}" type="datetimeFigureOut">
              <a:rPr lang="en-IN" smtClean="0"/>
              <a:t>15-01-2025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E942AE-9531-94F0-6E69-BD490A271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AA06E3-0965-83D6-EE96-AB7C3EC7E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4710-EDFE-41FD-B162-90840C8CF8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0493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D420EB-129D-6F9C-3608-B3C572701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27EC4-89C7-4208-96D6-4CA6679A165D}" type="datetimeFigureOut">
              <a:rPr lang="en-IN" smtClean="0"/>
              <a:t>15-01-2025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4BFC56-8A72-F0D3-9D38-D7E8C99B7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08780F-C88F-2299-4081-E70F43A3D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4710-EDFE-41FD-B162-90840C8CF8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1972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6AF58-323F-CCA0-8563-0B188B0A5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AB2A9-ACC7-493D-EB83-0DD07AEB1D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1E9C0D-88D2-EC14-F86C-941D01F9FD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D505EA-4A43-33D3-0366-642BB637E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27EC4-89C7-4208-96D6-4CA6679A165D}" type="datetimeFigureOut">
              <a:rPr lang="en-IN" smtClean="0"/>
              <a:t>15-01-2025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83A9ED-BD35-BED4-816A-98DDEF6C3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62EDDC-487F-BC5E-6711-D4C355D4E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4710-EDFE-41FD-B162-90840C8CF8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0968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58F07-C118-4F36-191A-117D81AE8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23C463-50C2-81F9-F118-9EB0E6040D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ED3979-D995-054B-BD01-9B90AF0D49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426811-88B8-8616-1480-D60CA28C8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27EC4-89C7-4208-96D6-4CA6679A165D}" type="datetimeFigureOut">
              <a:rPr lang="en-IN" smtClean="0"/>
              <a:t>15-01-2025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5C3B8C-F6B1-644E-9772-5F933B8DC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BEB0ED-40D9-6172-ED6C-39097F436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4710-EDFE-41FD-B162-90840C8CF8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55449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6F388-3C99-624E-9EC0-71D5CE447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18BE77-9FE0-02F4-3EF6-DEC2EE11F0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FEB8A4-474F-9565-534B-9D6519626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27EC4-89C7-4208-96D6-4CA6679A165D}" type="datetimeFigureOut">
              <a:rPr lang="en-IN" smtClean="0"/>
              <a:t>15-01-2025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CC81B3-BECC-FC38-B929-32C59CDDA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75CB07-B027-4393-3CD3-5F12CB3DF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4710-EDFE-41FD-B162-90840C8CF8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3148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A85AEA-5D76-238E-5BE7-B745DBEDB7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54B33D-D001-F396-B6DE-E17D30DD02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C72433-3FEF-1F1C-A78B-483B891CE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27EC4-89C7-4208-96D6-4CA6679A165D}" type="datetimeFigureOut">
              <a:rPr lang="en-IN" smtClean="0"/>
              <a:t>15-01-2025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ECA4AE-E81F-01DA-01BC-87FD3E818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12F234-A3B1-D9B5-8AC2-61B8F0D8F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4710-EDFE-41FD-B162-90840C8CF8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1431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008C1A-D605-ED02-B62A-0DCD2D320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DB3827-89F1-39F2-6B38-5C6929A07D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0BBA9A-FF33-C5F7-2EE1-EE9C7562BB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227EC4-89C7-4208-96D6-4CA6679A165D}" type="datetimeFigureOut">
              <a:rPr lang="en-IN" smtClean="0"/>
              <a:t>15-01-2025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97D73-F0C8-BBD1-7B9D-4054F30AE7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53228-7E29-266A-71AF-D55E52E047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CF4710-EDFE-41FD-B162-90840C8CF8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3095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696564-82FA-AD47-1116-539F2304C1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0430" y="583345"/>
            <a:ext cx="7160357" cy="4164820"/>
          </a:xfrm>
        </p:spPr>
        <p:txBody>
          <a:bodyPr anchor="t">
            <a:normAutofit/>
          </a:bodyPr>
          <a:lstStyle/>
          <a:p>
            <a:pPr algn="r"/>
            <a:r>
              <a:rPr lang="en-US" sz="7400" b="1" dirty="0">
                <a:solidFill>
                  <a:srgbClr val="FFFFFF"/>
                </a:solidFill>
              </a:rPr>
              <a:t>Automating Build Notifications with AWS </a:t>
            </a:r>
            <a:r>
              <a:rPr lang="en-US" sz="7400" b="1" dirty="0" err="1">
                <a:solidFill>
                  <a:srgbClr val="FFFFFF"/>
                </a:solidFill>
              </a:rPr>
              <a:t>CodeBuild</a:t>
            </a:r>
            <a:r>
              <a:rPr lang="en-US" sz="7400" b="1" dirty="0">
                <a:solidFill>
                  <a:srgbClr val="FFFFFF"/>
                </a:solidFill>
              </a:rPr>
              <a:t> </a:t>
            </a:r>
            <a:r>
              <a:rPr lang="en-US" sz="7400" b="1" dirty="0" err="1">
                <a:solidFill>
                  <a:srgbClr val="FFFFFF"/>
                </a:solidFill>
              </a:rPr>
              <a:t>Buildspec</a:t>
            </a:r>
            <a:endParaRPr lang="en-IN" sz="7400" b="1" dirty="0">
              <a:solidFill>
                <a:srgbClr val="FFFFFF"/>
              </a:solidFill>
            </a:endParaRP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5361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7BEB92-89F6-28F5-1A1E-986B438E2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IN" sz="4100" dirty="0">
                <a:solidFill>
                  <a:srgbClr val="FFFFFF"/>
                </a:solidFill>
              </a:rPr>
              <a:t>Structure of </a:t>
            </a:r>
            <a:r>
              <a:rPr lang="en-IN" sz="4100" dirty="0" err="1">
                <a:solidFill>
                  <a:srgbClr val="FFFFFF"/>
                </a:solidFill>
              </a:rPr>
              <a:t>buildspec.yml</a:t>
            </a:r>
            <a:endParaRPr lang="en-IN" sz="4100" dirty="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50E40B-16EC-649B-3CC3-DD4EA7D85C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sz="2000" dirty="0"/>
              <a:t>version: 0.2</a:t>
            </a:r>
          </a:p>
          <a:p>
            <a:r>
              <a:rPr lang="en-US" sz="2000" dirty="0"/>
              <a:t>phases:</a:t>
            </a:r>
          </a:p>
          <a:p>
            <a:r>
              <a:rPr lang="en-US" sz="2000" dirty="0"/>
              <a:t>  install:</a:t>
            </a:r>
          </a:p>
          <a:p>
            <a:r>
              <a:rPr lang="en-US" sz="2000" dirty="0"/>
              <a:t>    commands:</a:t>
            </a:r>
          </a:p>
          <a:p>
            <a:r>
              <a:rPr lang="en-US" sz="2000" dirty="0"/>
              <a:t>      - echo "Installing dependencies"</a:t>
            </a:r>
          </a:p>
          <a:p>
            <a:r>
              <a:rPr lang="en-US" sz="2000" dirty="0"/>
              <a:t>  </a:t>
            </a:r>
            <a:r>
              <a:rPr lang="en-US" sz="2000" dirty="0" err="1"/>
              <a:t>pre_build</a:t>
            </a:r>
            <a:r>
              <a:rPr lang="en-US" sz="2000" dirty="0"/>
              <a:t>:</a:t>
            </a:r>
          </a:p>
          <a:p>
            <a:r>
              <a:rPr lang="en-US" sz="2000" dirty="0"/>
              <a:t>    commands:</a:t>
            </a:r>
          </a:p>
          <a:p>
            <a:r>
              <a:rPr lang="en-US" sz="2000" dirty="0"/>
              <a:t>      - echo "Preparing for build"</a:t>
            </a:r>
          </a:p>
          <a:p>
            <a:r>
              <a:rPr lang="en-US" sz="2000" dirty="0"/>
              <a:t>  build:</a:t>
            </a:r>
          </a:p>
          <a:p>
            <a:r>
              <a:rPr lang="en-US" sz="2000" dirty="0"/>
              <a:t>    commands:</a:t>
            </a:r>
          </a:p>
          <a:p>
            <a:r>
              <a:rPr lang="en-US" sz="2000" dirty="0"/>
              <a:t>      - echo "Building the project"</a:t>
            </a:r>
          </a:p>
          <a:p>
            <a:r>
              <a:rPr lang="en-US" sz="2000" dirty="0"/>
              <a:t>  </a:t>
            </a:r>
            <a:r>
              <a:rPr lang="en-US" sz="2000" dirty="0" err="1"/>
              <a:t>post_build</a:t>
            </a:r>
            <a:r>
              <a:rPr lang="en-US" sz="2000" dirty="0"/>
              <a:t>:</a:t>
            </a:r>
          </a:p>
          <a:p>
            <a:r>
              <a:rPr lang="en-US" sz="2000" dirty="0"/>
              <a:t>    commands:</a:t>
            </a:r>
          </a:p>
          <a:p>
            <a:r>
              <a:rPr lang="en-US" sz="2000" dirty="0"/>
              <a:t>      - echo "Build completed"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099265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6F315A-C4A2-10BC-44D1-99A31D767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Using Pre-build and Post-build Phases</a:t>
            </a:r>
            <a:endParaRPr lang="en-IN" b="1" dirty="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55237-7257-520F-91B2-AD8A198CC8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dirty="0" err="1"/>
              <a:t>pre_build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 commands:</a:t>
            </a:r>
          </a:p>
          <a:p>
            <a:pPr marL="0" indent="0">
              <a:buNone/>
            </a:pPr>
            <a:r>
              <a:rPr lang="en-US" dirty="0"/>
              <a:t>    - BUILD_STATE=$CODEBUILD_BUILD_SUCCEEDING</a:t>
            </a:r>
          </a:p>
          <a:p>
            <a:pPr marL="0" indent="0">
              <a:buNone/>
            </a:pPr>
            <a:r>
              <a:rPr lang="en-US" dirty="0" err="1"/>
              <a:t>post_build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commands:</a:t>
            </a:r>
          </a:p>
          <a:p>
            <a:pPr marL="0" indent="0">
              <a:buNone/>
            </a:pPr>
            <a:r>
              <a:rPr lang="en-US" dirty="0"/>
              <a:t>    - if [ "$BUILD_STATE" -eq 1 ]; then echo "Success"; else echo "Failure"; fi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86729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F5BBE2-015F-310C-E1DF-9386DC3EA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Benefits of Using </a:t>
            </a:r>
            <a:r>
              <a:rPr lang="en-US" b="1" dirty="0" err="1">
                <a:solidFill>
                  <a:schemeClr val="bg1"/>
                </a:solidFill>
              </a:rPr>
              <a:t>buildspec.yml</a:t>
            </a:r>
            <a:endParaRPr lang="en-IN" b="1" dirty="0">
              <a:solidFill>
                <a:schemeClr val="bg1"/>
              </a:solidFill>
            </a:endParaRP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7D57114-ED9F-37E9-686A-0EDD072A99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3635404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640052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69737A-7621-AA87-A18A-8A139260D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Flowchart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8F02E79-63E1-33FC-8607-7E8AB0D533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5765" y="1675227"/>
            <a:ext cx="10400469" cy="4641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178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707</TotalTime>
  <Words>170</Words>
  <Application>Microsoft Office PowerPoint</Application>
  <PresentationFormat>Widescreen</PresentationFormat>
  <Paragraphs>29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Automating Build Notifications with AWS CodeBuild Buildspec</vt:lpstr>
      <vt:lpstr>Structure of buildspec.yml</vt:lpstr>
      <vt:lpstr>Using Pre-build and Post-build Phases</vt:lpstr>
      <vt:lpstr>Benefits of Using buildspec.yml</vt:lpstr>
      <vt:lpstr>Flowchart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Automating Build Notifications with AWS CodeBuild Buildspec</dc:title>
  <dc:creator>Tangellapally, Harikrishna (GE Aerospace, consultant)</dc:creator>
  <cp:lastModifiedBy>Tangellapally, Harikrishna (GE Aerospace, consultant)</cp:lastModifiedBy>
  <cp:revision>3</cp:revision>
  <dcterms:created xsi:type="dcterms:W3CDTF">2025-01-15T03:20:44Z</dcterms:created>
  <dcterms:modified xsi:type="dcterms:W3CDTF">2025-01-15T15:25:40Z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82f724a-d280-4b8f-9f84-6a11ffc931df_Enabled">
    <vt:lpwstr>true</vt:lpwstr>
  </property>
  <property fmtid="{D5CDD505-2E9C-101B-9397-08002B2CF9AE}" pid="3" name="MSIP_Label_082f724a-d280-4b8f-9f84-6a11ffc931df_SetDate">
    <vt:lpwstr>2025-01-15T03:37:48Z</vt:lpwstr>
  </property>
  <property fmtid="{D5CDD505-2E9C-101B-9397-08002B2CF9AE}" pid="4" name="MSIP_Label_082f724a-d280-4b8f-9f84-6a11ffc931df_Method">
    <vt:lpwstr>Privileged</vt:lpwstr>
  </property>
  <property fmtid="{D5CDD505-2E9C-101B-9397-08002B2CF9AE}" pid="5" name="MSIP_Label_082f724a-d280-4b8f-9f84-6a11ffc931df_Name">
    <vt:lpwstr>GEA_Unrestricted</vt:lpwstr>
  </property>
  <property fmtid="{D5CDD505-2E9C-101B-9397-08002B2CF9AE}" pid="6" name="MSIP_Label_082f724a-d280-4b8f-9f84-6a11ffc931df_SiteId">
    <vt:lpwstr>86b871ed-f0e7-4126-9bf4-5ee5cf19e256</vt:lpwstr>
  </property>
  <property fmtid="{D5CDD505-2E9C-101B-9397-08002B2CF9AE}" pid="7" name="MSIP_Label_082f724a-d280-4b8f-9f84-6a11ffc931df_ActionId">
    <vt:lpwstr>ea0ad5de-65a9-4480-bf98-451aa3a52ddf</vt:lpwstr>
  </property>
  <property fmtid="{D5CDD505-2E9C-101B-9397-08002B2CF9AE}" pid="8" name="MSIP_Label_082f724a-d280-4b8f-9f84-6a11ffc931df_ContentBits">
    <vt:lpwstr>0</vt:lpwstr>
  </property>
</Properties>
</file>